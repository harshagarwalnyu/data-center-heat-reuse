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0:00-0:20. We are Thermal Commons. We took Site 2: TeraWulf's Lake Hawkeye data center on the old Cayuga coal plant in Lansing, NY. In five minutes: the problem, our answer, how the model works, and what it delivers for Lansing.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0:20-0:55. Lake Hawkeye's first 150 MW phase rejects about 778 GWh of heat a year. NYSEG has barred new gas connections there since 2015, so many homes burn propane and oil. And the Town Board has told its attorney to draft a ban. In Lansing, Michigan, Deep Green offered free heat and still withdrew in April. So our question was not how to move heat. It was: under what conditions could Lansing say yes?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0:55-1:25. Our answer is a deal, not just a pipe. Three conditions. One: binding contracts, a Community Benefit Agreement and a Heat Supply Agreement with step-in rights if the data center leaves. Two: the community owns the network through a thermal co-op. Three: public proof, an open dashboard. The engineering then has to make that deal pay.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Linson. 1:25-2:05. We don't pipe the whole town. Ring one is an on-site agricultural campus, a 10-hectare greenhouse, fish farm and pool, at about 41 dollars a megawatt-hour. Ring two is 500 corridor homes on an ambient fifth-generation loop. Ring three, a town-center hot main, fails our own test at over 700 dollars, so we say not yet. Scattered homes get heat-pump rebates instead of pipe. Right tool at every density.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Linson. 2:05-2:40. Under the hood: an hour-by-hour model for all 8,760 hours of a year on real Ithaca weather. We capture heat with a sidestream exchanger, so cooling always wins and the dry coolers keep 100 percent of their job. A central heat pump lifts it to a 55 to 65 degree loop, with efficiency computed from real temperatures every hour. Storage covers peaks. Then we price it over 30 years. It's open source with tests, and the app recalculates the economics live.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Aryaman. 2:40-3:15. Base case: 50.6 gigawatt-hours of heat a year. Blended cost about 106 dollars a megawatt-hour, against 136 for propane and 156 for oil. 11,408 tonnes of CO2 avoided every year, about 2,660 cars. A corridor household saves about 735 dollars a year against propane. And we use only about 6.5 percent of the available heat, so there is room to grow.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Aryaman. 3:15-3:50. Here's the honest part. Pipe to low-density homes doesn't pay on its own, and in places an air-source heat pump is just as cheap. So the Community Benefit Agreement puts roughly 1.7 percent of the data center's capex into a fund. It pays for the corridor gap and for heat-pump rebates. We tested the downside too: if the data center exits at year 10, step-in rights and storage protect the co-op. We modeled that case.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Philip. 3:50-4:25. What Lansing actually gets: 500 homes off propane and oil, about 126 jobs, a year-round 10-hectare farm growing around 5,500 tonnes of food plus 1,500 tonnes of fish, and a heated community pool. We scored it against HDR's seven regenerative domains, and we stay honest about water.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Philip (then Harsh runs the live demo). 4:25-5:00. Our ask to Lansing: don't ban it, set the terms. Sign the two agreements, start with the farm campus that pays for itself, and let a community co-op own the heat. Now we'll show you the live app.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Thermal Commons: Heat for Lansing</dc:title>
  <dc:subject/>
  <dc:creator>Thermal Commons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